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FlashComm Dense Pass POC 方案说明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Microsoft YaHei"/>
              </a:defRPr>
            </a:pPr>
            <a:r>
              <a:t>用于和 SE 对齐 FX pass 化整改方向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  <a:latin typeface="Microsoft YaHei"/>
              </a:defRPr>
            </a:pPr>
            <a:r>
              <a:t>目标：用一个独立、可开关的 POC 验证 FlashComm v1 基础场景能否通过 FX graph pass 表达。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  <a:latin typeface="Microsoft YaHei"/>
              </a:defRPr>
            </a:pPr>
            <a:r>
              <a:t>本次只做 dense 基础 pattern：all_reduce + AddRMSNormBias -&gt; reduce_scatter + AddRMSNormBias + all_gather。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  <a:latin typeface="Microsoft YaHei"/>
              </a:defRPr>
            </a:pPr>
            <a:r>
              <a:t>不在 POC 中处理 shared_expert_dp、multistream_moe、多模态第一层、MoE allgather 后移、量化 allgather 后置。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  <a:latin typeface="Microsoft YaHei"/>
              </a:defRPr>
            </a:pPr>
            <a:r>
              <a:t>设计原则：先验证 pass 思路是否正确，再拿结果和 SE 讨论复杂特性叠加是否继续扩展更多 pattern。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为什么先做这个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97280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当前 FlashComm v1 逻辑散落在 layer、自定义算子、forward context 和 MoE prepare/finalize 中，if/else 分支多。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需求目标希望对齐主社区 sequence_parallel，用 FX pass 做算子 pattern 替换，减少显式修改 layer 代码。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dense 场景的通信/norm 关系最清晰，适合作为第一阶段穿刺：只证明“图上能匹配并替换”。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如果 dense 基础方案被认可，再讨论 MoE、多流、shared expert、量化等复杂场景如何扩展。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POC 覆盖范围与非目标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111556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5715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本 POC 处理情况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原因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Dense 基础 RMSNorm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覆盖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pattern 稳定，等价于 FlashComm/SP 最核心替换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Middle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覆盖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处理 result 和 residual 两个输出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Last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覆盖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只处理 result 输出，不再传播 residual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MoE / shared_expert_dp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不覆盖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涉及 shared/routed 输出聚合和 prepare/finalize 语义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multistream_moe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不覆盖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涉及 stream/event/context，非纯算子序列替换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多模态第一层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不覆盖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缺少 embedding 后 allreduce，pattern 和 dense LLM 不一致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量化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不覆盖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allgather 与 quant 的相对位置需要单独设计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核心替换 pattern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2743200" cy="731520"/>
          </a:xfrm>
          <a:prstGeom prst="rect">
            <a:avLst/>
          </a:prstGeom>
          <a:solidFill>
            <a:srgbClr val="F2F8F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2323"/>
                </a:solidFill>
                <a:latin typeface="Microsoft YaHei"/>
              </a:defRPr>
            </a:pPr>
            <a:r>
              <a:t>原始图</a:t>
            </a:r>
            <a:br/>
            <a:r>
              <a:t>AllReduce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566160" y="1490472"/>
            <a:ext cx="640080" cy="320040"/>
          </a:xfrm>
          <a:prstGeom prst="rightArrow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43400" y="1325880"/>
            <a:ext cx="3108960" cy="731520"/>
          </a:xfrm>
          <a:prstGeom prst="rect">
            <a:avLst/>
          </a:prstGeom>
          <a:solidFill>
            <a:srgbClr val="F2F8F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2323"/>
                </a:solidFill>
                <a:latin typeface="Microsoft YaHei"/>
              </a:defRPr>
            </a:pPr>
            <a:r>
              <a:t>AddRMSNormBias</a:t>
            </a:r>
            <a:br/>
            <a:r>
              <a:t>全 token 计算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635240" y="1490472"/>
            <a:ext cx="640080" cy="320040"/>
          </a:xfrm>
          <a:prstGeom prst="rightArrow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58200" y="1325880"/>
            <a:ext cx="2743200" cy="731520"/>
          </a:xfrm>
          <a:prstGeom prst="rect">
            <a:avLst/>
          </a:prstGeom>
          <a:solidFill>
            <a:srgbClr val="F2F8F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2323"/>
                </a:solidFill>
                <a:latin typeface="Microsoft YaHei"/>
              </a:defRPr>
            </a:pPr>
            <a:r>
              <a:t>输出</a:t>
            </a:r>
            <a:br/>
            <a:r>
              <a:t>full token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154680"/>
            <a:ext cx="2743200" cy="731520"/>
          </a:xfrm>
          <a:prstGeom prst="rect">
            <a:avLst/>
          </a:prstGeom>
          <a:solidFill>
            <a:srgbClr val="F2F8F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2323"/>
                </a:solidFill>
                <a:latin typeface="Microsoft YaHei"/>
              </a:defRPr>
            </a:pPr>
            <a:r>
              <a:t>替换后</a:t>
            </a:r>
            <a:br/>
            <a:r>
              <a:t>ReduceScatter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566160" y="3319272"/>
            <a:ext cx="640080" cy="320040"/>
          </a:xfrm>
          <a:prstGeom prst="rightArrow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3154680"/>
            <a:ext cx="3108960" cy="731520"/>
          </a:xfrm>
          <a:prstGeom prst="rect">
            <a:avLst/>
          </a:prstGeom>
          <a:solidFill>
            <a:srgbClr val="F2F8F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2323"/>
                </a:solidFill>
                <a:latin typeface="Microsoft YaHei"/>
              </a:defRPr>
            </a:pPr>
            <a:r>
              <a:t>AddRMSNormBias</a:t>
            </a:r>
            <a:br/>
            <a:r>
              <a:t>token shard 计算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635240" y="3319272"/>
            <a:ext cx="640080" cy="320040"/>
          </a:xfrm>
          <a:prstGeom prst="rightArrow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58200" y="3154680"/>
            <a:ext cx="2743200" cy="731520"/>
          </a:xfrm>
          <a:prstGeom prst="rect">
            <a:avLst/>
          </a:prstGeom>
          <a:solidFill>
            <a:srgbClr val="F2F8F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2323"/>
                </a:solidFill>
                <a:latin typeface="Microsoft YaHei"/>
              </a:defRPr>
            </a:pPr>
            <a:r>
              <a:t>AllGather</a:t>
            </a:r>
            <a:br/>
            <a:r>
              <a:t>恢复 full token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00600"/>
            <a:ext cx="1088136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  <a:latin typeface="Microsoft YaHei"/>
              </a:defRPr>
            </a:pPr>
            <a:r>
              <a:t>收益方向：norm 只在 token shard 上计算，通信从单个 allreduce 拆成 RS/AG，给后续通信计算融合留下空间。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实现结构：新增 FlashCommDensePass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111556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60089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代码位置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职责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vllm_ascend/compilation/passes/flashcomm_pass.py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定义 FlashCommDensePass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PatternMatcherPass(pass_name='npu_flashcomm_dense_pass')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承载 dense flashcomm pattern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MiddleAllReduceRMSNormPattern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复用现有 middle-layer allreduce+rmsnorm 替换规则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LastAllReduceRMSNormPattern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复用现有 last-layer allreduce+rmsnorm 替换规则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NoOpEliminationPass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替换前先清理 view-like no-op，提升 pattern 命中稳定性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get_sp_min_token_num(config)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复用现有 dense/MoE token 阈值策略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5623560"/>
            <a:ext cx="1078992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2323"/>
                </a:solidFill>
                <a:latin typeface="Microsoft YaHei"/>
              </a:defRPr>
            </a:pPr>
            <a:r>
              <a:t>这版 POC 复用已有成熟 pattern，只把“FlashComm 命名和独立开关”作为验证载体。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接入方式：独立开关，避免影响现有 SP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972800" cy="1920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接入点：GraphFusionPassManager.configure()。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新增开关：additional_config.ascend_compilation_config.enable_flashcomm_pass_poc。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保护条件：只有 pass_config.enable_sp 为 False 时才注册 FlashCommDensePass，避免和现有 SequenceParallelismPass 重复注册同类 pattern。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3520440"/>
          <a:ext cx="107899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配置组合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注册结果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enable_flashcomm_pass_poc=false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不注册 POC pass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enable_flashcomm_pass_poc=true 且 enable_sp=false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注册 FlashCommDensePass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enable_flashcomm_pass_poc=true 且 enable_sp=true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跳过 POC pass，继续走现有 SequenceParallelismPass + SequenceParallelismMoePass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示例配置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97280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用于 POC 穿刺时，可通过 additional_config 打开，不改变社区 pass_config.enable_sp 现有路径：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40280"/>
            <a:ext cx="10332720" cy="2148840"/>
          </a:xfrm>
          <a:prstGeom prst="rect">
            <a:avLst/>
          </a:prstGeom>
          <a:solidFill>
            <a:srgbClr val="F5F5F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2323"/>
                </a:solidFill>
                <a:latin typeface="Microsoft YaHei"/>
              </a:defRPr>
            </a:pPr>
            <a:r>
              <a:t>{</a:t>
            </a:r>
            <a:br/>
            <a:r>
              <a:t>  "ascend_compilation_config": {</a:t>
            </a:r>
            <a:br/>
            <a:r>
              <a:t>    "enable_flashcomm_pass_poc": true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892040"/>
            <a:ext cx="1097280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2323"/>
                </a:solidFill>
                <a:latin typeface="Microsoft YaHei"/>
              </a:defRPr>
            </a:pPr>
            <a:r>
              <a:t>注意：这是 POC 开关，不建议直接作为最终产品接口；最终命名应和 SE 确认是否对齐 sequence_parallel。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执行流程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011680" cy="731520"/>
          </a:xfrm>
          <a:prstGeom prst="rect">
            <a:avLst/>
          </a:prstGeom>
          <a:solidFill>
            <a:srgbClr val="F2F8F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2323"/>
                </a:solidFill>
                <a:latin typeface="Microsoft YaHei"/>
              </a:defRPr>
            </a:pPr>
            <a:r>
              <a:t>Dynamo/AOT</a:t>
            </a:r>
            <a:br/>
            <a:r>
              <a:t>生成 FX 图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788920" y="1435608"/>
            <a:ext cx="502920" cy="274320"/>
          </a:xfrm>
          <a:prstGeom prst="rightArrow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29000" y="1234440"/>
            <a:ext cx="2194560" cy="731520"/>
          </a:xfrm>
          <a:prstGeom prst="rect">
            <a:avLst/>
          </a:prstGeom>
          <a:solidFill>
            <a:srgbClr val="F2F8F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2323"/>
                </a:solidFill>
                <a:latin typeface="Microsoft YaHei"/>
              </a:defRPr>
            </a:pPr>
            <a:r>
              <a:t>GraphFusion</a:t>
            </a:r>
            <a:br/>
            <a:r>
              <a:t>PassManager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760720" y="1435608"/>
            <a:ext cx="502920" cy="274320"/>
          </a:xfrm>
          <a:prstGeom prst="rightArrow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234440"/>
            <a:ext cx="2286000" cy="731520"/>
          </a:xfrm>
          <a:prstGeom prst="rect">
            <a:avLst/>
          </a:prstGeom>
          <a:solidFill>
            <a:srgbClr val="F2F8F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2323"/>
                </a:solidFill>
                <a:latin typeface="Microsoft YaHei"/>
              </a:defRPr>
            </a:pPr>
            <a:r>
              <a:t>FlashCommDensePass</a:t>
            </a:r>
            <a:br/>
            <a:r>
              <a:t>可选注册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823960" y="1435608"/>
            <a:ext cx="502920" cy="274320"/>
          </a:xfrm>
          <a:prstGeom prst="rightArrow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64040" y="1234440"/>
            <a:ext cx="2011680" cy="731520"/>
          </a:xfrm>
          <a:prstGeom prst="rect">
            <a:avLst/>
          </a:prstGeom>
          <a:solidFill>
            <a:srgbClr val="F2F8F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32323"/>
                </a:solidFill>
                <a:latin typeface="Microsoft YaHei"/>
              </a:defRPr>
            </a:pPr>
            <a:r>
              <a:t>graph.recompile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10972800" cy="3200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Pass 内部顺序：begin -&gt; NoOpEliminationPass -&gt; PatternMatcherPass.apply -&gt; 记录 matched_count -&gt; end_and_log。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Pattern 使用 torch._inductor.pattern_matcher.register_replacement 注册。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替换后的图仍使用 torch.ops.vllm.reduce_scatter / all_gather 和 torch.ops._C_ascend.npu_add_rms_norm_bias。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Middle layer 与 Last layer 的差异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11201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Pattern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原始返回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替换后处理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MiddleAllReduceRMSNormPattern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(result, residual)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RS 后 chunk residual，再 norm，再 AG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中间层 residual 继续参与后续层</a:t>
                      </a:r>
                    </a:p>
                  </a:txBody>
                  <a:tcPr/>
                </a:tc>
              </a:tr>
              <a:tr h="11201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LastAllReduceRMSNormPattern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RS 后 chunk residual，再 norm，再 AG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最后层只需要输出 result</a:t>
                      </a:r>
                    </a:p>
                  </a:txBody>
                  <a:tcPr/>
                </a:tc>
              </a:tr>
              <a:tr h="11201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Qwen3VLMiddleAllReduceRMSNormPattern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未纳入 POC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不处理 deepstack_input_embeds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多模态中间层 pattern 单独讨论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5623560"/>
            <a:ext cx="1078992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2323"/>
                </a:solidFill>
                <a:latin typeface="Microsoft YaHei"/>
              </a:defRPr>
            </a:pPr>
            <a:r>
              <a:t>POC 有意不把多模态 pattern 放进来，避免 SE 评审时把基础方案和 VL 特判混在一起。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为什么复用现有 pattern，而不是重写一套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97280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现有 SequenceParallelismPass 已经表达了 Ascend 上的核心 FlashComm/SP 替换语义。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POC 重点不是发明新 pattern，而是验证“FlashComm 整改是否可以走独立 pass 化路线”。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复用 pattern 可以降低穿刺风险，也方便和现有 enable_sp 行为做对照。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后续如果 SE 认可方向，可以再决定最终是保留 FlashCommDensePass，还是把命名和开关统一回 sequence_parallel。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验证方式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746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验证层级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当前/建议做法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目的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静态编译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py_compile flashcomm_pass.py 和 graph_fusion_pass_manager.py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保证代码语法与导入路径基本正确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单测：范围判断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is_applicable_for_range(start &lt; / &gt;= min_tokens)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确认 token 阈值逻辑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单测：pass 调用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mock patterns.apply 返回 matched_count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确认 pass 生命周期和 matched_count 记录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单测：注册逻辑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mock GraphFusionPassManager.configure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确认 POC 开关和 enable_sp 互斥保护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端到端 smoke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dense TP&gt;1 + enable_flashcomm_pass_poc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确认真实图中 pattern 可命中并可运行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当前方案的边界与风险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97280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边界 1：POC 只证明 dense 基础通信/norm pattern 可被 pass 表达，不证明 MoE 叠加场景已解决。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边界 2：由于和 enable_sp 互斥注册，这不是最终产品路径，只是避免穿刺阶段影响现有能力。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边界 3：pad/unpad 仍在 custom op 和 runtime 路径中存在，POC 未解决“pad 上移到图外”的需求。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风险：如果后续直接扩展到 MoE，多流和 shared_expert_dp 可能改变 FX 图中 pattern 的相邻关系和张量分布状态。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后续扩展路线建议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97280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第一阶段：确认 dense pass POC 思路是否被 SE 接受，重点看 pattern 替换的语义是否正确。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第二阶段：梳理 MoE 图中的 all_gather 后移 pattern，判断是新增 MoE pass，还是保留 prepare/finalize 特化逻辑。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第三阶段：拆开 shared_expert_dp_enabled() 的混合语义，避免 FlashComm/SP 隐式改变 shared expert DP/TP 策略。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第四阶段：单独设计多模态第一层和量化 allgather 位置，不把它们塞进基础 dense pass。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需要和 SE 讨论的问题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97280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最终接口命名：继续叫 FlashComm，还是完全对齐主社区 sequence_parallel？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基础 dense pass 是否可以作为后续整改主线，逐步替换 layer/custom op 中的显式分支？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MoE 下 all_gather 后移是通过更多 FX pass 匹配，还是保留 runtime prepare/finalize 逻辑更稳？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shared_expert_dp 和 multistream_moe 叠加时，哪些是正确性约束，哪些只是性能策略？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pad/unpad 从 custom op 上移到 attention metadata 后，对 pass pattern 的输入输出 shape 约束是什么？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881360" cy="4297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  <a:latin typeface="Microsoft YaHei"/>
              </a:defRPr>
            </a:pPr>
            <a:r>
              <a:t>这个 POC 是一个最小闭环：独立开关、独立 pass 名称、复用成熟 dense pattern、避免影响现有 enable_sp 路径。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  <a:latin typeface="Microsoft YaHei"/>
              </a:defRPr>
            </a:pPr>
            <a:r>
              <a:t>它适合用来向 SE 证明：FlashComm v1 的基础替换可以从 layer if/else 转向 FX pass。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  <a:latin typeface="Microsoft YaHei"/>
              </a:defRPr>
            </a:pPr>
            <a:r>
              <a:t>它不试图一次解决复杂叠加场景；复杂点应在基础方案确认后，通过 MoE、多流、shared expert、量化专题逐个扩展。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