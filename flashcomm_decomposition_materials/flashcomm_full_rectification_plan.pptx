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FlashComm v1 全特性耦合整改方案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Microsoft YaHei"/>
              </a:defRPr>
            </a:pPr>
            <a:r>
              <a:t>目标：以 FX pass 机制为主线，逐步日落 layer/custom op 中的显式分支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整改主线：把“通信形态替换”从 layer if/else 和自定义算子分支迁移到 FX graph pass。</a:t>
            </a:r>
          </a:p>
          <a:p>
            <a:pPr>
              <a:spcAft>
                <a:spcPts val="4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设计原则：先固化 dense 基线，再分层处理 MoE、shared_expert_dp、多流、多模态、量化和 padding。</a:t>
            </a:r>
          </a:p>
          <a:p>
            <a:pPr>
              <a:spcAft>
                <a:spcPts val="4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关键判断：不是所有耦合都适合 pass 化；运行时调度、metadata、第一层输入布局仍需要 runtime/metadata 层整改。</a:t>
            </a:r>
          </a:p>
          <a:p>
            <a:pPr>
              <a:spcAft>
                <a:spcPts val="4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最终目标：形成“pass 可表达的 pattern 库 + runtime 只负责布局/调度/metadata”的清晰边界。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当前问题总览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51560"/>
          <a:ext cx="113842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  <a:gridCol w="3794760"/>
              </a:tblGrid>
              <a:tr h="7249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问题域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当前现状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主要风险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命名与开关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FlashComm1、enable_sp、pass enable_sp、FlashCommDensePass POC 并存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用户配置和运行时语义不一致</a:t>
                      </a:r>
                    </a:p>
                  </a:txBody>
                  <a:tcPr/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maybe_all_gather / maybe_pad_and_reduce 内部做 pad/unpad/slice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ACL graph capture 后 host int slice 固化</a:t>
                      </a:r>
                    </a:p>
                  </a:txBody>
                  <a:tcPr/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shared_expert_dp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SED 会强制 enable_sp；enable_sp 也影响 shared_expert_dp_enabled()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显式配置与实际 shared expert 行为混淆</a:t>
                      </a:r>
                    </a:p>
                  </a:txBody>
                  <a:tcPr/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multistream_moe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多流是 stream/context 调度，但 shared_out 聚合受 SED/SP 影响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单开多流语义不透明</a:t>
                      </a:r>
                    </a:p>
                  </a:txBody>
                  <a:tcPr/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多模态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第一层缺少 dense LLM 的 embedding 后通信前提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第一层 pass pattern 不匹配</a:t>
                      </a:r>
                    </a:p>
                  </a:txBody>
                  <a:tcPr/>
                </a:tc>
              </a:tr>
              <a:tr h="72499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量化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dense / MoE / SP 中 quant 与 AG/RS 相对位置不统一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通信带宽、精度和 pattern 冲突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目标架构：分层收敛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286000" cy="731520"/>
          </a:xfrm>
          <a:prstGeom prst="rect">
            <a:avLst/>
          </a:prstGeom>
          <a:solidFill>
            <a:srgbClr val="F2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323"/>
                </a:solidFill>
                <a:latin typeface="Microsoft YaHei"/>
              </a:defRPr>
            </a:pPr>
            <a:r>
              <a:t>配置层</a:t>
            </a:r>
            <a:br/>
            <a:r>
              <a:t>统一接口与策略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971800" y="1353312"/>
            <a:ext cx="502920" cy="274320"/>
          </a:xfrm>
          <a:prstGeom prst="rightArrow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1143000"/>
            <a:ext cx="2286000" cy="731520"/>
          </a:xfrm>
          <a:prstGeom prst="rect">
            <a:avLst/>
          </a:prstGeom>
          <a:solidFill>
            <a:srgbClr val="F2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323"/>
                </a:solidFill>
                <a:latin typeface="Microsoft YaHei"/>
              </a:defRPr>
            </a:pPr>
            <a:r>
              <a:t>Metadata 层</a:t>
            </a:r>
            <a:br/>
            <a:r>
              <a:t>pad/layout 上移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080760" y="1353312"/>
            <a:ext cx="502920" cy="274320"/>
          </a:xfrm>
          <a:prstGeom prst="rightArrow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0" y="1143000"/>
            <a:ext cx="2286000" cy="731520"/>
          </a:xfrm>
          <a:prstGeom prst="rect">
            <a:avLst/>
          </a:prstGeom>
          <a:solidFill>
            <a:srgbClr val="F2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323"/>
                </a:solidFill>
                <a:latin typeface="Microsoft YaHei"/>
              </a:defRPr>
            </a:pPr>
            <a:r>
              <a:t>FX Pass 层</a:t>
            </a:r>
            <a:br/>
            <a:r>
              <a:t>pattern 替换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189720" y="1353312"/>
            <a:ext cx="502920" cy="274320"/>
          </a:xfrm>
          <a:prstGeom prst="rightArrow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0" y="1143000"/>
            <a:ext cx="2011680" cy="731520"/>
          </a:xfrm>
          <a:prstGeom prst="rect">
            <a:avLst/>
          </a:prstGeom>
          <a:solidFill>
            <a:srgbClr val="F2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323"/>
                </a:solidFill>
                <a:latin typeface="Microsoft YaHei"/>
              </a:defRPr>
            </a:pPr>
            <a:r>
              <a:t>Runtime 层</a:t>
            </a:r>
            <a:br/>
            <a:r>
              <a:t>调度/通信组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10972800" cy="3200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配置层：对齐社区 sequence_parallel 命名，FlashComm 作为 Ascend 内部实现名逐步弱化。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Metadata 层：统一 token padding、actual length、first-layer layout，避免图内动态 slice。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FX Pass 层：只做稳定算子 pattern 替换，如 AR+Norm、Norm+Quant+AG、MoE AG epilogue。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Runtime 层：保留 stream/event、EP/DP/TP 组、MoE dispatch/combine、FC3 context 等图外调度职责。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整改边界：什么适合 pass，什么不适合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9728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9233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适合程度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建议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all_reduce + RMSNorm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适合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作为 dense 基线，已由 POC/SequenceParallelismPass 证明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RMSNorm + quant + all_gather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适合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扩展 norm_quant_fusion_pass，明确 AG 在 quant 后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MoE all_gather 后移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部分适合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用 SequenceParallelismMoePass 承接可稳定匹配的 epilogue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padding / unpad / host num_tokens 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不适合图内处理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上移到 attention metadata / runner 图外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multistream gate/shared 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不适合纯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保留 runtime stream 调度，pass 只处理其中稳定算子片段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多模态第一层输入布局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不适合直接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先定义 metadata/layout，再决定是否新增 FirstLayerVL pattern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阶段 0：统一术语和开关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现有概念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建议收敛方向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VLLM_ASCEND_ENABLE_FLASHCOMM1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迁移到 additional_config / pass_config 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环境变量保留兼容期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enable_sp()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明确表示 runtime FC1/SP 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不要同时承担 SED 判断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pass_config.enable_sp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对齐社区 sequence_parallel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作为正式 pass 入口候选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enable_flashcomm_pass_poc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仅保留为穿刺开关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验证完成后应删除或合并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shared_expert_dp_enabled()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拆成 explicit_sed / sp_enabled / pass_sp_enabled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避免隐式改变 shared expert 语义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32323"/>
                </a:solidFill>
                <a:latin typeface="Microsoft YaHei"/>
              </a:defRPr>
            </a:pPr>
            <a:r>
              <a:t>SE 决策点：最终外部接口是否完全对齐主社区 sequence_parallel。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阶段 1：Dense 基线 pass 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目标：先把最稳定的 dense FlashComm pattern 迁到 pass，证明替换语义和性能收益。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基础 pattern：all_reduce + npu_add_rms_norm_bias -&gt; reduce_scatter + npu_add_rms_norm_bias + all_gather。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当前 POC：FlashCommDensePass 复用 Middle/LastAllReduceRMSNormPattern，并通过独立开关接入。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352044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动作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建议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短期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继续用 POC 向 SE 验证思路，补真实 dense TP&gt;1 smoke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中期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合并到正式 SequenceParallelismPass 命名体系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长期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删除 linear_op 中可由 pass 表达的 FC1 特判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阶段 2：padding 上移是前置整改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需求中最明确的工程问题：FlashComm 自定义算子里做 pad/unpad/slice 与图模式天然冲突。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整改原则：模型图内不再根据 host 侧 num_tokens 做 slice；pad 规则统一在 attention metadata / runner 构造阶段完成。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涉及路径：register_custom_ops.py 的 maybe_all_gather/maybe_pad_and_reduce/maybe_chunk_residual，distributed/utils.py 的 FC3 allgather/unpad。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收益：pass pattern 的输入输出 shape 更稳定，多模态、MoE、量化都能共享统一 token layout 语义。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阶段 3：shared_expert_dp 解耦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97280"/>
          <a:ext cx="111556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960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当前耦合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整改建议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SED 开启强制 enable_sp()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SED 与 FlashComm/SP 绑定不透明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保留正确性绑定，但以显式策略记录，不通过 helper 隐式修改</a:t>
                      </a:r>
                    </a:p>
                  </a:txBody>
                  <a:tcPr/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shared_expert_dp_enabled() 包含 enable_sp()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FlashComm 开启会影响 shared expert 是否 allreduce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拆 helper，区分 explicit_sed 和 sp_runtime_state</a:t>
                      </a:r>
                    </a:p>
                  </a:txBody>
                  <a:tcPr/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shared expert 命中 helper 后禁用 TP 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显存劣化来源不直观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文档和日志明确提示权重复制/显存代价</a:t>
                      </a:r>
                    </a:p>
                  </a:txBody>
                  <a:tcPr/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MoE prepare/finalize 受 SED/replace_allreduce 共同影响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张量 token 分布状态难追踪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引入 layout state 注释或 metadata 标记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阶段 4：multistream_moe 保留 runtime 调度边界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多流 MoE 的本质是调度优化：gate_stream、shared_expert_stream、quant_stream、FlashCommon3Context。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这类 stream/event/context 依赖不适合全部放进 FX pass；pass 只处理其中稳定的算子子图。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整改重点不是“给多流写一个大 pass”，而是明确 shared_out/topk/hidden_states 的布局状态。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建议建立组合矩阵：SED on/off、SP on/off、multistream gate/shared、MoECommType、量化类型。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阶段 5：MoE 的 pass 化策略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97280"/>
          <a:ext cx="111556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8001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MoE 子问题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建议机制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理由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标准 routed expert dispatch/combine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runtime 保留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依赖 EP/DP/通信组与 kernel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MoE 前后 AG/RS epilogue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pass + runtime 协同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图上可匹配部分交给 SequenceParallelismMoePass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shared expert 输出 allreduce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runtime 保留并解耦 helper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和 SED/TP 权重部署强相关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AllGather+EP 下 W8A8 预量化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runtime 先保留，后续验证可 pass 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与 quant_type/pertoken_scale 强相关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MXFP8 prepare 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专项决策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目前与 W8A8 策略不一致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阶段 6：多模态模型整改方案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核心问题：多模态第一层缺少 dense LLM 的 embedding 后通信前提，第一层 RMSNorm 前不是同构 pattern。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短期：明确跳过 VL 第一层 dense FlashComm pattern，保留现有 layer0 runtime 特判，避免错误匹配。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中期：把文本 embedding、vision merge、placeholder 写回后的 layout 用 metadata 显式描述。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长期：如果数学上允许，把第一层构造成可匹配子图；否则新增 FirstLayerVLPattern，只处理明确模型族。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deepstack 中间层已有 pass 思路：chunk(deepstack_input_embeds) 与 reduce_scatter 对齐，可作为中间层模板。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阶段 7：量化场景整改方案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11155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8458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当前现状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整改建议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Dense norm+quant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norm_quant_fusion_pass 已有 SP pattern：norm -&gt; AG -&gt; quant 替换为 norm_quant -&gt; 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正式纳入 pass 化主线，验证 AG 在 quant 后的收益与正确性</a:t>
                      </a:r>
                    </a:p>
                  </a:txBody>
                  <a:tcPr/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Row W8A8 + 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linear_op 中 quantize 后 npu_mm_reduce_scatter_base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先保留 runtime，后续考虑 GEMM+RS pass/fusion</a:t>
                      </a:r>
                    </a:p>
                  </a:txBody>
                  <a:tcPr/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MoE W8A8 prepare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npu_dynamic_quant 在 EP allgather 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保留并补矩阵测试，确认 pertoken_scale AG 语义</a:t>
                      </a:r>
                    </a:p>
                  </a:txBody>
                  <a:tcPr/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MoE MXFP8 prepare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TODO：不预量化，留在 MoE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SE 决策：是否对齐 W8A8 或明确不支持</a:t>
                      </a:r>
                    </a:p>
                  </a:txBody>
                  <a:tcPr/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multistream gate + 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W8A8 dynamic 从 FC3 context 取 topk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保留 runtime context，pass 不表达 stream 依赖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推荐 pass 库分层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9728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Pass 层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负责 pattern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DenseSequenceParallelPass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AR + Norm -&gt; RS + Norm + 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主社区 sequence_parallel 对齐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NormQuantSPPass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Norm + AG + Quant -&gt; NormQuant + 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确保量化后通信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MoeSequenceParallelPass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MoE allgather epilogue / allgather+chunk no-op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只处理稳定 epilogue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VLMiddleLayerPass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deepstack add + norm 的中间层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多模态中间层，不处理第一层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FirstLayerVLPass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可选，模型族白名单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只有当第一层 layout 被 metadata 固化后再做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日落清单：从哪里开始删 if/else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11155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249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日落对象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前置条件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模型图内 pad/unpad/slice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attention metadata / runner 已统一 padding</a:t>
                      </a:r>
                    </a:p>
                  </a:txBody>
                  <a:tcPr/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dense linear 中可由 AR+Norm pass 表达的 FC1 分支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dense pass e2e 与性能通过</a:t>
                      </a:r>
                    </a:p>
                  </a:txBody>
                  <a:tcPr/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env 与 pass 双轨同步胶水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统一配置入口</a:t>
                      </a:r>
                    </a:p>
                  </a:txBody>
                  <a:tcPr/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多模态中间层 deepstack runtime chunk 特判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VL middle pass 稳定覆盖</a:t>
                      </a:r>
                    </a:p>
                  </a:txBody>
                  <a:tcPr/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norm_quant 中重复 AG/quant 分支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NormQuantSPPass 覆盖主量化类型</a:t>
                      </a:r>
                    </a:p>
                  </a:txBody>
                  <a:tcPr/>
                </a:tc>
              </a:tr>
              <a:tr h="72499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MoE prepare/finalize 中可稳定图化的 epilogue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MoE pass 与通信矩阵验证完成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测试矩阵建议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3842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2140"/>
                <a:gridCol w="5692140"/>
              </a:tblGrid>
              <a:tr h="589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建议覆盖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模型类型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dense LLM、MoE、shared expert MoE、VL、VL+MoE 如有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并行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TP=1/2/4，EP on/off，DP on/off，prefill/decode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sequence_parallel/pass、runtime FC1、SED、multistream_gate/shared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通信类型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ALLGATHER、ALLTOALL、MC2、FUSED_MC2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量化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BF16、W8A8、MXFP8、动态量化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图模式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eager、compile、ACL graph capture 不同 capture size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正确性指标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输出一致性、shape/layout invariants、matched_count、无图内动态 slice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性能指标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prefill 大 batch、decode 小 batch、通信量、显存峰值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分阶段落地计划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11155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3436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术语/开关对齐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设计文档、配置迁移方案、helper 拆分方案</a:t>
                      </a:r>
                    </a:p>
                  </a:txBody>
                  <a:tcPr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Dense pass 正式化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SequenceParallel pass 路线确认，POC 合并/日落</a:t>
                      </a:r>
                    </a:p>
                  </a:txBody>
                  <a:tcPr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Padding 上移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删除 custom op 内动态 slice，metadata 统一 pad</a:t>
                      </a:r>
                    </a:p>
                  </a:txBody>
                  <a:tcPr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量化 pass 扩展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NormQuantSPPass 覆盖 W8A8 dense，明确 MXFP8 策略</a:t>
                      </a:r>
                    </a:p>
                  </a:txBody>
                  <a:tcPr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MoE/SED 解耦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shared_expert_dp_enabled 拆分，MoE 通信矩阵测试</a:t>
                      </a:r>
                    </a:p>
                  </a:txBody>
                  <a:tcPr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多模态/VL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第一层 layout 方案，中间层 pass 覆盖，模型白名单</a:t>
                      </a:r>
                    </a:p>
                  </a:txBody>
                  <a:tcPr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多流收敛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runtime 调度边界文档，FC3 allgather/pad 清理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需要 SE 决策的问题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外部接口是否完全对齐主社区 sequence_parallel，FlashComm 是否只作为 Ascend 内部实现名。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SED 与 FlashComm/SP 的绑定是否是正确性要求；如果只是性能策略，是否允许用户显式选择。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多流 MoE 在 SED 关闭、SP 关闭时是否允许单开；允许的话支持哪些 MoECommType 和模型白名单。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多模态第一层是选择构造同构通信子图，还是长期用 FirstLayerVL 特化规则。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MXFP8 是否要对齐 W8A8 的“量化后 AG”策略，还是明确不支持该优化。</a:t>
            </a:r>
          </a:p>
          <a:p>
            <a:pPr>
              <a:spcAft>
                <a:spcPts val="4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padding 上移方案由哪个需求统一承接，完成前哪些 pass 只能作为实验能力。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Microsoft YaHei"/>
              </a:defRPr>
            </a:pPr>
            <a:r>
              <a:t>建议结论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完整整改不应追求“一把大 pass 覆盖所有场景”，而应分成 stable pattern pass、metadata 统一、runtime 调度三条线。</a:t>
            </a:r>
          </a:p>
          <a:p>
            <a:pPr>
              <a:spcAft>
                <a:spcPts val="4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Dense + 量化的稳定 pattern 优先 pass 化；MoE/多流/shared expert 先解耦语义，再逐步把 epilogue 图化。</a:t>
            </a:r>
          </a:p>
          <a:p>
            <a:pPr>
              <a:spcAft>
                <a:spcPts val="4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多模态第一层是结构性例外，必须先解决输入 layout，再决定是否新增专用 pass。</a:t>
            </a:r>
          </a:p>
          <a:p>
            <a:pPr>
              <a:spcAft>
                <a:spcPts val="4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padding 上移是全局前置条件，它决定后续 pass pattern 是否能稳定且图模式安全。</a:t>
            </a:r>
          </a:p>
          <a:p>
            <a:pPr>
              <a:spcAft>
                <a:spcPts val="4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建议用现有 FlashCommDensePass POC 作为 SE 讨论的最小样例，但最终收敛到社区 sequence_parallel 命名和 pass 体系。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