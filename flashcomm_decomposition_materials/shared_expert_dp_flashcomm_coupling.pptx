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  <a:latin typeface="Microsoft YaHei"/>
              </a:defRPr>
            </a:pPr>
            <a:r>
              <a:t>shared_expert_dp 与 FlashComm 耦合梳理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86384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646464"/>
                </a:solidFill>
                <a:latin typeface="Microsoft YaHei"/>
              </a:defRPr>
            </a:pPr>
            <a:r>
              <a:t>面向 FlashComm v1 pass 化整改的背景材料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881360" cy="42976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232323"/>
                </a:solidFill>
                <a:latin typeface="Microsoft YaHei"/>
              </a:defRPr>
            </a:pPr>
            <a:r>
              <a:t>目标：讲清 shared_expert_dp 为什么会牵动 FlashComm/SP，以及当前耦合点在哪里。</a:t>
            </a:r>
          </a:p>
          <a:p>
            <a:pPr>
              <a:spcAft>
                <a:spcPts val="500"/>
              </a:spcAft>
              <a:defRPr sz="1800" b="0">
                <a:solidFill>
                  <a:srgbClr val="232323"/>
                </a:solidFill>
                <a:latin typeface="Microsoft YaHei"/>
              </a:defRPr>
            </a:pPr>
            <a:r>
              <a:t>结论先行：enable_shared_expert_dp 开启时会强制内部 enable_sp() 为 True；反过来，FlashComm/SP 开启时也会让 shared_expert_dp_enabled() 返回 True。</a:t>
            </a:r>
          </a:p>
          <a:p>
            <a:pPr>
              <a:spcAft>
                <a:spcPts val="500"/>
              </a:spcAft>
              <a:defRPr sz="1800" b="0">
                <a:solidFill>
                  <a:srgbClr val="232323"/>
                </a:solidFill>
                <a:latin typeface="Microsoft YaHei"/>
              </a:defRPr>
            </a:pPr>
            <a:r>
              <a:t>风险：配置语义、运行时张量分布状态、shared expert 是否 TP all-reduce 被一个混合 helper 绑定，导致特性叠加不透明。</a:t>
            </a:r>
          </a:p>
          <a:p>
            <a:pPr>
              <a:spcAft>
                <a:spcPts val="500"/>
              </a:spcAft>
              <a:defRPr sz="1800" b="0">
                <a:solidFill>
                  <a:srgbClr val="232323"/>
                </a:solidFill>
                <a:latin typeface="Microsoft YaHei"/>
              </a:defRPr>
            </a:pPr>
            <a:r>
              <a:t>建议：和 SE 对齐时把“用户显式 SED”“sequence parallel/flashcomm 状态”“pass-based SP 状态”拆开讨论。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  <a:latin typeface="Microsoft YaHei"/>
              </a:defRPr>
            </a:pPr>
            <a:r>
              <a:t>术语与问题边界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43000"/>
            <a:ext cx="2560320" cy="329184"/>
          </a:xfrm>
          <a:prstGeom prst="rect">
            <a:avLst/>
          </a:prstGeom>
          <a:solidFill>
            <a:srgbClr val="5B9BD5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本页结论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00200"/>
            <a:ext cx="5303520" cy="4480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32323"/>
                </a:solidFill>
                <a:latin typeface="Microsoft YaHei"/>
              </a:defRPr>
            </a:pPr>
            <a:r>
              <a:t>shared expert：MoE 中所有 token 都会经过的共享专家，与 routed experts 并列。</a:t>
            </a:r>
          </a:p>
          <a:p>
            <a:pPr>
              <a:spcAft>
                <a:spcPts val="500"/>
              </a:spcAft>
              <a:defRPr sz="1500" b="0">
                <a:solidFill>
                  <a:srgbClr val="232323"/>
                </a:solidFill>
                <a:latin typeface="Microsoft YaHei"/>
              </a:defRPr>
            </a:pPr>
            <a:r>
              <a:t>TP 切分 shared expert：权重/输出需要 TP 通信合并。</a:t>
            </a:r>
          </a:p>
          <a:p>
            <a:pPr>
              <a:spcAft>
                <a:spcPts val="500"/>
              </a:spcAft>
              <a:defRPr sz="1500" b="0">
                <a:solidFill>
                  <a:srgbClr val="232323"/>
                </a:solidFill>
                <a:latin typeface="Microsoft YaHei"/>
              </a:defRPr>
            </a:pPr>
            <a:r>
              <a:t>shared_expert_dp：当前 Ascend 中更偏向复制 shared expert，减少 shared expert 侧通信/重复工作。</a:t>
            </a:r>
          </a:p>
          <a:p>
            <a:pPr>
              <a:spcAft>
                <a:spcPts val="500"/>
              </a:spcAft>
              <a:defRPr sz="1500" b="0">
                <a:solidFill>
                  <a:srgbClr val="232323"/>
                </a:solidFill>
                <a:latin typeface="Microsoft YaHei"/>
              </a:defRPr>
            </a:pPr>
            <a:r>
              <a:t>FlashComm1 / enable_sp：把部分 TP all-reduce 改成 reduce-scatter + 局部 norm + all-gather。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600200"/>
            <a:ext cx="5212080" cy="4480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32323"/>
                </a:solidFill>
                <a:latin typeface="Microsoft YaHei"/>
              </a:defRPr>
            </a:pPr>
            <a:r>
              <a:t>要回答的问题：</a:t>
            </a:r>
          </a:p>
          <a:p>
            <a:pPr lvl="1">
              <a:spcAft>
                <a:spcPts val="500"/>
              </a:spcAft>
              <a:defRPr sz="1400" b="0">
                <a:solidFill>
                  <a:srgbClr val="232323"/>
                </a:solidFill>
                <a:latin typeface="Microsoft YaHei"/>
              </a:defRPr>
            </a:pPr>
            <a:r>
              <a:t>为什么 SED 会默认拉起 FlashComm/SP？</a:t>
            </a:r>
          </a:p>
          <a:p>
            <a:pPr lvl="1">
              <a:spcAft>
                <a:spcPts val="500"/>
              </a:spcAft>
              <a:defRPr sz="1400" b="0">
                <a:solidFill>
                  <a:srgbClr val="232323"/>
                </a:solidFill>
                <a:latin typeface="Microsoft YaHei"/>
              </a:defRPr>
            </a:pPr>
            <a:r>
              <a:t>为什么 FlashComm 开启时不会默认打开配置项 enable_shared_expert_dp？</a:t>
            </a:r>
          </a:p>
          <a:p>
            <a:pPr lvl="1">
              <a:spcAft>
                <a:spcPts val="500"/>
              </a:spcAft>
              <a:defRPr sz="1400" b="0">
                <a:solidFill>
                  <a:srgbClr val="232323"/>
                </a:solidFill>
                <a:latin typeface="Microsoft YaHei"/>
              </a:defRPr>
            </a:pPr>
            <a:r>
              <a:t>哪些分支实际受 shared_expert_dp_enabled() 影响？</a:t>
            </a:r>
          </a:p>
          <a:p>
            <a:pPr lvl="1">
              <a:spcAft>
                <a:spcPts val="500"/>
              </a:spcAft>
              <a:defRPr sz="1400" b="0">
                <a:solidFill>
                  <a:srgbClr val="232323"/>
                </a:solidFill>
                <a:latin typeface="Microsoft YaHei"/>
              </a:defRPr>
            </a:pPr>
            <a:r>
              <a:t>这种耦合是正确性、性能还是历史实现耦合？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  <a:latin typeface="Microsoft YaHei"/>
              </a:defRPr>
            </a:pPr>
            <a:r>
              <a:t>开关链路：配置项和 helper 语义不一致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234440"/>
          <a:ext cx="11155680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/>
                <a:gridCol w="3718560"/>
                <a:gridCol w="3718560"/>
              </a:tblGrid>
              <a:tr h="749807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对象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位置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语义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</a:tr>
              <a:tr h="749807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enable_shared_expert_dp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ascend_config.py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additional_config 为 true 且 EP 开启且 TP&gt;1 时才真正为 true</a:t>
                      </a:r>
                    </a:p>
                  </a:txBody>
                  <a:tcPr/>
                </a:tc>
              </a:tr>
              <a:tr h="749807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enable_sp()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utils.py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读取 FlashComm1 env；若 enable_shared_expert_dp=True 且原本未开，会把 _ENABLE_SP 置 True</a:t>
                      </a:r>
                    </a:p>
                  </a:txBody>
                  <a:tcPr/>
                </a:tc>
              </a:tr>
              <a:tr h="749807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shared_expert_dp_enabled()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utils.py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enable_shared_expert_dp or enable_sp() or enable_sp_by_pass()</a:t>
                      </a:r>
                    </a:p>
                  </a:txBody>
                  <a:tcPr/>
                </a:tc>
              </a:tr>
              <a:tr h="749811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flash_comm_v1_enabled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ascend_forward_context.py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MoE 下 enable_sp 且 num_tokens 非 None；dense 下额外要求 num_tokens&gt;1000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85800" y="5257800"/>
            <a:ext cx="10881360" cy="9144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32323"/>
                </a:solidFill>
                <a:latin typeface="Microsoft YaHei"/>
              </a:defRPr>
            </a:pPr>
            <a:r>
              <a:t>关键点：enable_shared_expert_dp 是用户显式配置语义；shared_expert_dp_enabled() 是运行时混合语义，包含 FlashComm/SP。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  <a:latin typeface="Microsoft YaHei"/>
              </a:defRPr>
            </a:pPr>
            <a:r>
              <a:t>SED 开启为什么会拉起 FlashComm/SP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972800" cy="4480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232323"/>
                </a:solidFill>
                <a:latin typeface="Microsoft YaHei"/>
              </a:defRPr>
            </a:pPr>
            <a:r>
              <a:t>ascend_config.py 中 enable_shared_expert_dp 真正生效后，会 assert enable_sp(vllm_config, enable_shared_expert_dp=True)。</a:t>
            </a:r>
          </a:p>
          <a:p>
            <a:pPr>
              <a:spcAft>
                <a:spcPts val="500"/>
              </a:spcAft>
              <a:defRPr sz="1600" b="0">
                <a:solidFill>
                  <a:srgbClr val="232323"/>
                </a:solidFill>
                <a:latin typeface="Microsoft YaHei"/>
              </a:defRPr>
            </a:pPr>
            <a:r>
              <a:t>utils.enable_sp() 如果没有通过环境变量打开 FlashComm1，但发现 enable_shared_expert_dp=True，会把内部 _ENABLE_SP 置 True。</a:t>
            </a:r>
          </a:p>
          <a:p>
            <a:pPr>
              <a:spcAft>
                <a:spcPts val="500"/>
              </a:spcAft>
              <a:defRPr sz="1600" b="0">
                <a:solidFill>
                  <a:srgbClr val="232323"/>
                </a:solidFill>
                <a:latin typeface="Microsoft YaHei"/>
              </a:defRPr>
            </a:pPr>
            <a:r>
              <a:t>这会让 MoE forward context 的 flash_comm_v1_enabled 进入 true 分支，并影响 MoE prepare/finalize 的 replace_allreduce。</a:t>
            </a:r>
          </a:p>
          <a:p>
            <a:pPr>
              <a:spcAft>
                <a:spcPts val="500"/>
              </a:spcAft>
              <a:defRPr sz="1600" b="0">
                <a:solidFill>
                  <a:srgbClr val="232323"/>
                </a:solidFill>
                <a:latin typeface="Microsoft YaHei"/>
              </a:defRPr>
            </a:pPr>
            <a:r>
              <a:t>所以“SED 开启默认开启 FlashComm”更精确的表述是：SED 开启会强制内部 SP 标志为 True，不是改环境变量。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  <a:latin typeface="Microsoft YaHei"/>
              </a:defRPr>
            </a:pPr>
            <a:r>
              <a:t>FlashComm 开启为什么不会默认开启 SED 配置项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97280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232323"/>
                </a:solidFill>
                <a:latin typeface="Microsoft YaHei"/>
              </a:defRPr>
            </a:pPr>
            <a:r>
              <a:t>enable_shared_expert_dp 会导致 shared expert 更偏复制，显存更差；文档明确“性能更好但占用更多显存”。</a:t>
            </a:r>
          </a:p>
          <a:p>
            <a:pPr>
              <a:spcAft>
                <a:spcPts val="500"/>
              </a:spcAft>
              <a:defRPr sz="1600" b="0">
                <a:solidFill>
                  <a:srgbClr val="232323"/>
                </a:solidFill>
                <a:latin typeface="Microsoft YaHei"/>
              </a:defRPr>
            </a:pPr>
            <a:r>
              <a:t>FlashComm/SP 是通信与激活切分优化，默认不应改变用户的 shared expert 部署策略。</a:t>
            </a:r>
          </a:p>
          <a:p>
            <a:pPr>
              <a:spcAft>
                <a:spcPts val="500"/>
              </a:spcAft>
              <a:defRPr sz="1600" b="0">
                <a:solidFill>
                  <a:srgbClr val="232323"/>
                </a:solidFill>
                <a:latin typeface="Microsoft YaHei"/>
              </a:defRPr>
            </a:pPr>
            <a:r>
              <a:t>但当前 helper 把 enable_sp() 算入 shared_expert_dp_enabled()，导致 FlashComm 开启后部分 shared expert 行为仍会按 SED-like 语义执行。</a:t>
            </a:r>
          </a:p>
          <a:p>
            <a:pPr>
              <a:spcAft>
                <a:spcPts val="500"/>
              </a:spcAft>
              <a:defRPr sz="1600" b="0">
                <a:solidFill>
                  <a:srgbClr val="232323"/>
                </a:solidFill>
                <a:latin typeface="Microsoft YaHei"/>
              </a:defRPr>
            </a:pPr>
            <a:r>
              <a:t>这就是当前方案最需要和 SE 对齐的点：配置项没有自动打开，但运行时行为已经被 SP 间接改变。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  <a:latin typeface="Microsoft YaHei"/>
              </a:defRPr>
            </a:pPr>
            <a:r>
              <a:t>运行时影响点 1：shared expert 是否 TP all-reduce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972800" cy="4754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232323"/>
                </a:solidFill>
                <a:latin typeface="Microsoft YaHei"/>
              </a:defRPr>
            </a:pPr>
            <a:r>
              <a:t>fused_moe.py 中，ALLTOALL / MC2 / FUSED_MC2 通信类型下，只有 not shared_expert_dp_enabled() 时才对 shared_out 做 tensor_model_parallel_all_reduce。</a:t>
            </a:r>
          </a:p>
          <a:p>
            <a:pPr>
              <a:spcAft>
                <a:spcPts val="500"/>
              </a:spcAft>
              <a:defRPr sz="1600" b="0">
                <a:solidFill>
                  <a:srgbClr val="232323"/>
                </a:solidFill>
                <a:latin typeface="Microsoft YaHei"/>
              </a:defRPr>
            </a:pPr>
            <a:r>
              <a:t>因此只要 FlashComm1/SP 或 enable_sp_by_pass 打开，即使用户没有显式设置 enable_shared_expert_dp，shared_out 的 TP all-reduce 分支也会被跳过。</a:t>
            </a:r>
          </a:p>
          <a:p>
            <a:pPr>
              <a:spcAft>
                <a:spcPts val="500"/>
              </a:spcAft>
              <a:defRPr sz="1600" b="0">
                <a:solidFill>
                  <a:srgbClr val="232323"/>
                </a:solidFill>
                <a:latin typeface="Microsoft YaHei"/>
              </a:defRPr>
            </a:pPr>
            <a:r>
              <a:t>这会改变 shared expert 输出的聚合时机，需要和 routed expert finalize 的通信状态一起理解。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  <a:latin typeface="Microsoft YaHei"/>
              </a:defRPr>
            </a:pPr>
            <a:r>
              <a:t>运行时影响点 2：MoE prepare/finalize 的切分与恢复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143000"/>
          <a:ext cx="111556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/>
                <a:gridCol w="3718560"/>
                <a:gridCol w="3718560"/>
              </a:tblGrid>
              <a:tr h="87782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路径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未开 SED/FC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开 SED 或 FC 相关路径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All2All prepare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TP 维 pad 后按 token 切分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replace_allreduce 或 SED 下跳过 TP pad/slice</a:t>
                      </a:r>
                    </a:p>
                  </a:txBody>
                  <a:tcPr/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All2All finalize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TP all-gather 恢复并 unpad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replace_allreduce 或 SED 下跳过 gather/unpad</a:t>
                      </a:r>
                    </a:p>
                  </a:txBody>
                  <a:tcPr/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MC2 prepare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使用 mc2_mask，必要时 pad/slice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SED 下跳过 pad/slice；replace_allreduce 下跳过主体逻辑</a:t>
                      </a:r>
                    </a:p>
                  </a:txBody>
                  <a:tcPr/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AllGather+EP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DP AG -&gt; MoE -&gt; DP 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enable_sp/enable_sp_by_pass 下走 EP AG/RS 优化路径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85800" y="5715000"/>
            <a:ext cx="1078992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32323"/>
                </a:solidFill>
                <a:latin typeface="Microsoft YaHei"/>
              </a:defRPr>
            </a:pPr>
            <a:r>
              <a:t>核心：SED 与 FlashComm 都在改变 MoE 前后 hidden_states 的 token 分布状态。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  <a:latin typeface="Microsoft YaHei"/>
              </a:defRPr>
            </a:pPr>
            <a:r>
              <a:t>显存劣化来源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972800" cy="4937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232323"/>
                </a:solidFill>
                <a:latin typeface="Microsoft YaHei"/>
              </a:defRPr>
            </a:pPr>
            <a:r>
              <a:t>shared expert 权重：linear_op.py 中 shared_expert* 命中 shared_expert_dp_enabled() 时不挂 TP 自定义 op，等价更偏每卡完整 shared expert。</a:t>
            </a:r>
          </a:p>
          <a:p>
            <a:pPr>
              <a:spcAft>
                <a:spcPts val="500"/>
              </a:spcAft>
              <a:defRPr sz="1600" b="0">
                <a:solidFill>
                  <a:srgbClr val="232323"/>
                </a:solidFill>
                <a:latin typeface="Microsoft YaHei"/>
              </a:defRPr>
            </a:pPr>
            <a:r>
              <a:t>激活与缓冲：跳过 TP token 切分后，单卡上的 token 维中间张量可能更大。</a:t>
            </a:r>
          </a:p>
          <a:p>
            <a:pPr>
              <a:spcAft>
                <a:spcPts val="500"/>
              </a:spcAft>
              <a:defRPr sz="1600" b="0">
                <a:solidFill>
                  <a:srgbClr val="232323"/>
                </a:solidFill>
                <a:latin typeface="Microsoft YaHei"/>
              </a:defRPr>
            </a:pPr>
            <a:r>
              <a:t>通信缓冲：AllGather/ReduceScatter/FC3 上下文、多流事件与缓冲可能增加峰值，具体需要按模型和通信类型实测。</a:t>
            </a:r>
          </a:p>
          <a:p>
            <a:pPr>
              <a:spcAft>
                <a:spcPts val="500"/>
              </a:spcAft>
              <a:defRPr sz="1600" b="0">
                <a:solidFill>
                  <a:srgbClr val="232323"/>
                </a:solidFill>
                <a:latin typeface="Microsoft YaHei"/>
              </a:defRPr>
            </a:pPr>
            <a:r>
              <a:t>所以 FlashComm 不默认打开 enable_shared_expert_dp 是合理的：它不是纯通信优化，而会影响权重/激活内存形态。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  <a:latin typeface="Microsoft YaHei"/>
              </a:defRPr>
            </a:pPr>
            <a:r>
              <a:t>与上游 vLLM 的对照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143000"/>
          <a:ext cx="1115568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/>
                <a:gridCol w="3718560"/>
                <a:gridCol w="3718560"/>
              </a:tblGrid>
              <a:tr h="89611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维度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上游 vLLM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vLLM Ascend 当前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shared expert reduce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runner 根据 kernel output 是否已 reduce 决定是否提前 reduce shared_out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按 MoECommType + shared_expert_dp_enabled() 决定是否 TP all-reduce</a:t>
                      </a:r>
                    </a:p>
                  </a:txBody>
                  <a:tcPr/>
                </a:tc>
              </a:tr>
              <a:tr h="89611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sequence parallel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社区命名为 sequence_parallel，主要 dense 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FlashComm1/enable_sp 与 pass、custom op、MoE 路径混合存在</a:t>
                      </a:r>
                    </a:p>
                  </a:txBody>
                  <a:tcPr/>
                </a:tc>
              </a:tr>
              <a:tr h="89611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SED 开关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无同名 enable_shared_expert_dp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Ascend additional_config，DeepSeek 等模型推荐手动开</a:t>
                      </a:r>
                    </a:p>
                  </a:txBody>
                  <a:tcPr/>
                </a:tc>
              </a:tr>
              <a:tr h="89611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耦合风险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reduce 策略相对集中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SED、SP、pass-based SP 被 helper 混合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  <a:latin typeface="Microsoft YaHei"/>
              </a:defRPr>
            </a:pPr>
            <a:r>
              <a:t>当前组合矩阵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143000"/>
          <a:ext cx="1115568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2788920"/>
                <a:gridCol w="2788920"/>
                <a:gridCol w="2788920"/>
              </a:tblGrid>
              <a:tr h="896112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显式 SED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FlashComm/SP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shared_expert_dp_enabled()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当前行为解读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传统 shared expert TP 通信路径</a:t>
                      </a:r>
                    </a:p>
                  </a:txBody>
                  <a:tcPr/>
                </a:tc>
              </a:tr>
              <a:tr h="89611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原本关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SED 会强制 enable_sp=True，进入 SP/FC 相关路径</a:t>
                      </a:r>
                    </a:p>
                  </a:txBody>
                  <a:tcPr/>
                </a:tc>
              </a:tr>
              <a:tr h="89611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配置项未开，但 shared expert 分支按 SED-like 行为处理</a:t>
                      </a:r>
                    </a:p>
                  </a:txBody>
                  <a:tcPr/>
                </a:tc>
              </a:tr>
              <a:tr h="89611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推荐组合之一，但显存与通信形态都变化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  <a:latin typeface="Microsoft YaHei"/>
              </a:defRPr>
            </a:pPr>
            <a:r>
              <a:t>问题归类：正确性、性能、历史耦合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972800" cy="4937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232323"/>
                </a:solidFill>
                <a:latin typeface="Microsoft YaHei"/>
              </a:defRPr>
            </a:pPr>
            <a:r>
              <a:t>正确性耦合：MoE routed/shared 输出在 TP/DP/EP 维度的聚合状态必须一致，否则结果错误。</a:t>
            </a:r>
          </a:p>
          <a:p>
            <a:pPr>
              <a:spcAft>
                <a:spcPts val="500"/>
              </a:spcAft>
              <a:defRPr sz="1600" b="0">
                <a:solidFill>
                  <a:srgbClr val="232323"/>
                </a:solidFill>
                <a:latin typeface="Microsoft YaHei"/>
              </a:defRPr>
            </a:pPr>
            <a:r>
              <a:t>性能耦合：SED 复制 shared expert 换通信减少，但显存增加；FlashComm/SP 通过 token shard 降低 norm/通信成本。</a:t>
            </a:r>
          </a:p>
          <a:p>
            <a:pPr>
              <a:spcAft>
                <a:spcPts val="500"/>
              </a:spcAft>
              <a:defRPr sz="1600" b="0">
                <a:solidFill>
                  <a:srgbClr val="232323"/>
                </a:solidFill>
                <a:latin typeface="Microsoft YaHei"/>
              </a:defRPr>
            </a:pPr>
            <a:r>
              <a:t>历史耦合：shared_expert_dp_enabled() 同时包含显式 SED、enable_sp、enable_sp_by_pass，导致开关语义不清。</a:t>
            </a:r>
          </a:p>
          <a:p>
            <a:pPr>
              <a:spcAft>
                <a:spcPts val="500"/>
              </a:spcAft>
              <a:defRPr sz="1600" b="0">
                <a:solidFill>
                  <a:srgbClr val="232323"/>
                </a:solidFill>
                <a:latin typeface="Microsoft YaHei"/>
              </a:defRPr>
            </a:pPr>
            <a:r>
              <a:t>整改方向：先保留正确性耦合，逐步把性能策略和历史胶水拆为显式配置或 pass 策略。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  <a:latin typeface="Microsoft YaHei"/>
              </a:defRPr>
            </a:pPr>
            <a:r>
              <a:t>给 SE 的建议问题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972800" cy="4937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232323"/>
                </a:solidFill>
                <a:latin typeface="Microsoft YaHei"/>
              </a:defRPr>
            </a:pPr>
            <a:r>
              <a:t>是否认可把 enable_shared_expert_dp、enable_sp/flashcomm、enable_sp_by_pass 拆成三个独立语义？</a:t>
            </a:r>
          </a:p>
          <a:p>
            <a:pPr>
              <a:spcAft>
                <a:spcPts val="500"/>
              </a:spcAft>
              <a:defRPr sz="1600" b="0">
                <a:solidFill>
                  <a:srgbClr val="232323"/>
                </a:solidFill>
                <a:latin typeface="Microsoft YaHei"/>
              </a:defRPr>
            </a:pPr>
            <a:r>
              <a:t>FlashComm/SP 开启时是否应该继续让 shared_expert_dp_enabled() 返回 True？如果是，命名是否需要调整？</a:t>
            </a:r>
          </a:p>
          <a:p>
            <a:pPr>
              <a:spcAft>
                <a:spcPts val="500"/>
              </a:spcAft>
              <a:defRPr sz="1600" b="0">
                <a:solidFill>
                  <a:srgbClr val="232323"/>
                </a:solidFill>
                <a:latin typeface="Microsoft YaHei"/>
              </a:defRPr>
            </a:pPr>
            <a:r>
              <a:t>SED 与 FlashComm 的绑定是正确性要求，还是只是当前实现为了避免重复通信的策略？</a:t>
            </a:r>
          </a:p>
          <a:p>
            <a:pPr>
              <a:spcAft>
                <a:spcPts val="500"/>
              </a:spcAft>
              <a:defRPr sz="1600" b="0">
                <a:solidFill>
                  <a:srgbClr val="232323"/>
                </a:solidFill>
                <a:latin typeface="Microsoft YaHei"/>
              </a:defRPr>
            </a:pPr>
            <a:r>
              <a:t>pass 化后，MoE prepare/finalize 里哪些分支应该保留，哪些可以被 pattern pass 替代？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