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multistream_moe 与 FlashComm / SED 叠加梳理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646464"/>
                </a:solidFill>
                <a:latin typeface="Microsoft YaHei"/>
              </a:defRPr>
            </a:pPr>
            <a:r>
              <a:t>面向 FlashComm v1 pass 化整改的背景材料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8136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当前代码中 enable_multistream_moe 不是实际生效的主开关；生产逻辑主要看 multistream_overlap_gate 和 multistream_overlap_shared_expert。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多流本质是调度/overlap 优化：把 shared expert 或 gate/topk 放到独立 NPU stream，与 routed experts 通信/计算重叠。</a:t>
            </a:r>
          </a:p>
          <a:p>
            <a:pPr>
              <a:spcAft>
                <a:spcPts val="500"/>
              </a:spcAft>
              <a:defRPr sz="1800" b="0">
                <a:solidFill>
                  <a:srgbClr val="232323"/>
                </a:solidFill>
                <a:latin typeface="Microsoft YaHei"/>
              </a:defRPr>
            </a:pPr>
            <a:r>
              <a:t>它与 FlashComm/SED 的耦合来自 shared expert 输出聚合、EP all-gather、FC3 context 和 hidden state 的 token 分布状态。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开关现状：文档名与代码名不完全一致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595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开关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是否生产生效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enable_multistream_moe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未发现生产读取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出现在部分测试/YAML，当前代码未作为实际控制项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multistream_overlap_shared_expert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生效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 expert 独立 stream，与 dispatch/combine 重叠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multistream_overlap_gate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生效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gate stream + FlashCommon3Context，提前计算 shared_out/topk</a:t>
                      </a:r>
                    </a:p>
                  </a:txBody>
                  <a:tcPr/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enable_shared_expert_dp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间接影响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影响 shared expert TP/DP 语义和 all-reduce 分支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32323"/>
                </a:solidFill>
                <a:latin typeface="Microsoft YaHei"/>
              </a:defRPr>
            </a:pPr>
            <a:r>
              <a:t>建议汇报时把“多流 MoE”明确拆成两个实际开关，避免和 enable_multistream_moe 混淆。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多流 shared expert 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AscendSharedFusedMoE._forward_shared_experts 中使用 shared_experts_calculation_stream()。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shared expert 的 gate_up/activation/down_proj 分段执行，分别等待 routed experts 的 before_dispatch / before_combine event。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目标是让 shared expert 计算与 routed experts 的 dispatch/combine 通信重叠。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最后 default stream wait shared expert stream，保证 shared_out 可与 routed_out 合并。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多流 gate / FlashComm3 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multistream_overlap_gate 开启时，AscendSharedFusedMoE 先 set_flash_common3_context(shared_experts=...)。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AscendFusedMoE.forward_impl 在 gate_stream 上执行 shared_experts(hidden_states) 和 select_experts。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shared_out、topk_weights、topk_ids 通过 FlashCommon3Context 传回主流。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PrepareAndFinalizeWithAllGather 在该场景使用 fc3_all_gather_and_maybe_unpad_impl，和普通 maybe_all_gather 路径不同。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与 shared_expert_dp 的耦合点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多流 shared expert/gate 都会产生 shared_out；shared_out 是否需要 TP all-reduce 仍由 shared_expert_dp_enabled() 判断。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shared_expert_dp_enabled() 又包含 enable_sp() 和 enable_sp_by_pass()，所以 FlashComm/SP 会改变多流路径的 shared_out 聚合行为。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因此多流本身没有硬依赖 SED，但 TP&gt;1 + EP + shared expert 下，不开 SED 时语义更容易不透明。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与 FlashComm 的耦合点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1430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746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耦合点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enable_sp / flash_comm_v1_enabled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决定 MoE prepare 的 replace_allreduce 和若干 custom op 行为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maybe_all_gather_and_maybe_unpad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普通 all-gather + unpad 路径，包含 pad/slice 技术债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fc3_all_gather_and_maybe_unpad_impl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multistream_overlap_gate 下使用的 FC3 all-gather 路径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maybe_pad_and_reduce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SP finalize 后 reduce_scatter/pad 相关路径</a:t>
                      </a:r>
                    </a:p>
                  </a:txBody>
                  <a:tcPr/>
                </a:tc>
              </a:tr>
              <a:tr h="746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shared_expert_dp_enabled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FlashComm/SP 间接影响 shared_out 是否 all-reduce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当前组合矩阵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05840"/>
          <a:ext cx="113842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8458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SED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FlashComm/SP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multistream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当前判断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可开，当前文档/模型配置常见；但显存和通信形态都变化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实际会被 SED 拉起 enable_sp，不能视为纯关 FlashComm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配置上可开，但 shared_expert_dp_enabled=True，行为不是纯 SED off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代码无硬禁止；TP&gt;1+EP+shared expert 下需按模型实测正确性和 shape</a:t>
                      </a:r>
                    </a:p>
                  </a:txBody>
                  <a:tcPr/>
                </a:tc>
              </a:tr>
              <a:tr h="8458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任意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任意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回到普通 MoE shared/routed 顺序执行路径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多流对 FX 图/pass 的潜在影响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多流引入 stream/event/context，不只是纯算子序列替换，FX pass 不一定天然表达调度语义。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multistream_overlap_gate 把 topk/shared_out 提前到 gate_stream，可能改变图中 all_gather、topk、shared expert 的相邻关系。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pass 化时应先处理纯 dense pattern；MoE 多流是否用更多 pass，取决于 FX 图中是否稳定出现可匹配 pattern。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如果多流逻辑主要由 Python stream/context 控制，可能不适合完全用 FX pass 承担。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与量化的耦合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w8a8_dynamic.py 在 multistream_overlap_gate 下读取 FlashCommon3Context 中的 topk 信息。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prepare_finalize.py AllGather+EP 路径对 W8A8 会先做 npu_dynamic_quant，再 all-gather pertoken_scale。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需求里提到 dense 量化希望 quant 插在 allgather 前，这是 pass pattern 设计问题；MoE gate/topk 量化路径需要单独确认。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风险与建议拆解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风险 1：enable_multistream_moe 命名与实际开关不一致，排障容易误判。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风险 2：多流是否能单开，不是配置层问题，而是 shared_out 聚合与 hidden state 分布状态是否一致的问题。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风险 3：FC3 all-gather/unpad 仍有 pad/slice 技术债，和需求中“pad 上移到图外”冲突。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建议：先把多流定义为调度优化，不让它隐式决定 shared expert TP/DP 语义。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  <a:latin typeface="Microsoft YaHei"/>
              </a:defRPr>
            </a:pPr>
            <a:r>
              <a:t>给 SE 的建议问题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97280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后续产品/代码中是否保留 enable_multistream_moe 这个别名，还是统一到 multistream_overlap_gate/shared_expert？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TP&gt;1 + EP + shared expert 下，SED 关闭时是否允许多流单开？需要哪些模型/通信类型白名单？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FC3 all-gather/unpad 是否应该和 FlashComm1 的 pad 上移整改一起处理？</a:t>
            </a:r>
          </a:p>
          <a:p>
            <a:pPr>
              <a:spcAft>
                <a:spcPts val="500"/>
              </a:spcAft>
              <a:defRPr sz="1600" b="0">
                <a:solidFill>
                  <a:srgbClr val="232323"/>
                </a:solidFill>
                <a:latin typeface="Microsoft YaHei"/>
              </a:defRPr>
            </a:pPr>
            <a:r>
              <a:t>多流叠加是否应该通过更多 FX pass 解决，还是保留 runtime stream 调度，只把通信/norm pattern pass 化？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